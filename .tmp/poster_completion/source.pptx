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8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4" d="100"/>
          <a:sy n="24" d="100"/>
        </p:scale>
        <p:origin x="1524" y="-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92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30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20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06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6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656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179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31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62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93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79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CAD79-B437-4F2C-91A0-812CFFB3E2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90BA6-B0D4-461E-96D5-52CF8D70F9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6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C222-C66D-CDB5-0E3C-A24DF928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154715-4961-74F4-9B1B-22698633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640" y="742189"/>
            <a:ext cx="28666560" cy="271099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altLang="ja-JP" sz="88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AI</a:t>
            </a:r>
            <a:r>
              <a:rPr lang="ja-JP" altLang="en-US" sz="88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エージェントを用いたプラン生成</a:t>
            </a:r>
            <a:endParaRPr kumimoji="1" lang="ja-JP" altLang="en-US" sz="88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B2A36960-B7ED-EDC5-EEE4-04915CC85329}"/>
              </a:ext>
            </a:extLst>
          </p:cNvPr>
          <p:cNvSpPr txBox="1">
            <a:spLocks/>
          </p:cNvSpPr>
          <p:nvPr/>
        </p:nvSpPr>
        <p:spPr>
          <a:xfrm>
            <a:off x="804326" y="3645392"/>
            <a:ext cx="28666560" cy="96882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60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○○ ○○</a:t>
            </a:r>
            <a:r>
              <a:rPr lang="en-US" altLang="ja-JP" sz="60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60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〇〇大学</a:t>
            </a:r>
            <a:r>
              <a:rPr lang="en-US" altLang="ja-JP" sz="6000" dirty="0">
                <a:solidFill>
                  <a:srgbClr val="0070C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ja-JP" altLang="en-US" sz="6000" dirty="0">
              <a:solidFill>
                <a:srgbClr val="0070C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A4311FB-D261-E530-F718-4E792729CC03}"/>
              </a:ext>
            </a:extLst>
          </p:cNvPr>
          <p:cNvSpPr/>
          <p:nvPr/>
        </p:nvSpPr>
        <p:spPr>
          <a:xfrm>
            <a:off x="885663" y="5014059"/>
            <a:ext cx="28666560" cy="11791869"/>
          </a:xfrm>
          <a:prstGeom prst="roundRect">
            <a:avLst>
              <a:gd name="adj" fmla="val 536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5B3F9F8-8873-7EA3-D5A9-A6017EE7A8E6}"/>
              </a:ext>
            </a:extLst>
          </p:cNvPr>
          <p:cNvSpPr/>
          <p:nvPr/>
        </p:nvSpPr>
        <p:spPr>
          <a:xfrm>
            <a:off x="873640" y="17307196"/>
            <a:ext cx="28666560" cy="17520318"/>
          </a:xfrm>
          <a:prstGeom prst="roundRect">
            <a:avLst>
              <a:gd name="adj" fmla="val 235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538D5CA-88D1-FC76-9C91-B892F03964F5}"/>
              </a:ext>
            </a:extLst>
          </p:cNvPr>
          <p:cNvSpPr/>
          <p:nvPr/>
        </p:nvSpPr>
        <p:spPr>
          <a:xfrm>
            <a:off x="804326" y="35144585"/>
            <a:ext cx="28666560" cy="5738274"/>
          </a:xfrm>
          <a:prstGeom prst="roundRect">
            <a:avLst>
              <a:gd name="adj" fmla="val 536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95A699-B733-FB2A-ECE4-A440B8AC79A4}"/>
              </a:ext>
            </a:extLst>
          </p:cNvPr>
          <p:cNvSpPr txBox="1"/>
          <p:nvPr/>
        </p:nvSpPr>
        <p:spPr>
          <a:xfrm>
            <a:off x="1475095" y="5604838"/>
            <a:ext cx="12217940" cy="11079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1.</a:t>
            </a:r>
            <a:r>
              <a:rPr kumimoji="1" lang="ja-JP" altLang="en-US" sz="6600" b="1" dirty="0"/>
              <a:t>はじめに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B116C5-E4B7-5CA9-A2F5-A6B22BC967D4}"/>
              </a:ext>
            </a:extLst>
          </p:cNvPr>
          <p:cNvSpPr txBox="1"/>
          <p:nvPr/>
        </p:nvSpPr>
        <p:spPr>
          <a:xfrm>
            <a:off x="15137606" y="5604838"/>
            <a:ext cx="12217940" cy="11079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2.</a:t>
            </a:r>
            <a:r>
              <a:rPr kumimoji="1" lang="ja-JP" altLang="en-US" sz="6600" b="1" dirty="0"/>
              <a:t>提案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383DF1-2911-DA76-A583-5A7A30D3B217}"/>
              </a:ext>
            </a:extLst>
          </p:cNvPr>
          <p:cNvSpPr txBox="1"/>
          <p:nvPr/>
        </p:nvSpPr>
        <p:spPr>
          <a:xfrm>
            <a:off x="1498061" y="17842914"/>
            <a:ext cx="14394622" cy="11230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3.</a:t>
            </a:r>
            <a:r>
              <a:rPr kumimoji="1" lang="ja-JP" altLang="en-US" sz="6600" b="1" dirty="0"/>
              <a:t>体験画面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27FB0C7-D830-83CD-BD27-C406FAD3ED70}"/>
              </a:ext>
            </a:extLst>
          </p:cNvPr>
          <p:cNvSpPr txBox="1"/>
          <p:nvPr/>
        </p:nvSpPr>
        <p:spPr>
          <a:xfrm>
            <a:off x="1498060" y="35458585"/>
            <a:ext cx="12217940" cy="11079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4.</a:t>
            </a:r>
            <a:r>
              <a:rPr kumimoji="1" lang="ja-JP" altLang="en-US" sz="6600" b="1" dirty="0"/>
              <a:t>まとめ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1C7A585-8838-CC03-259B-FC2B0B01878B}"/>
              </a:ext>
            </a:extLst>
          </p:cNvPr>
          <p:cNvSpPr txBox="1"/>
          <p:nvPr/>
        </p:nvSpPr>
        <p:spPr>
          <a:xfrm>
            <a:off x="1481232" y="10502413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課題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DD54E24-F82B-CE20-89CB-2105D23C9DAD}"/>
              </a:ext>
            </a:extLst>
          </p:cNvPr>
          <p:cNvSpPr txBox="1"/>
          <p:nvPr/>
        </p:nvSpPr>
        <p:spPr>
          <a:xfrm>
            <a:off x="1481232" y="14108947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解決策・目的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98852B8-3B96-A5E0-DAF5-3A43E51FB4F1}"/>
              </a:ext>
            </a:extLst>
          </p:cNvPr>
          <p:cNvSpPr txBox="1"/>
          <p:nvPr/>
        </p:nvSpPr>
        <p:spPr>
          <a:xfrm>
            <a:off x="15488721" y="1384034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特徴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04C0F69-7076-355C-501B-4A991FCDFE9D}"/>
              </a:ext>
            </a:extLst>
          </p:cNvPr>
          <p:cNvSpPr txBox="1"/>
          <p:nvPr/>
        </p:nvSpPr>
        <p:spPr>
          <a:xfrm>
            <a:off x="1498060" y="19392575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使用技術：</a:t>
            </a:r>
            <a:endParaRPr kumimoji="1" lang="en-US" altLang="ja-JP" sz="40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7A0462E-5FBA-48B1-11D3-5D0D541BBB31}"/>
              </a:ext>
            </a:extLst>
          </p:cNvPr>
          <p:cNvSpPr txBox="1"/>
          <p:nvPr/>
        </p:nvSpPr>
        <p:spPr>
          <a:xfrm>
            <a:off x="15137606" y="35474169"/>
            <a:ext cx="12217940" cy="11079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6600" b="1" dirty="0"/>
              <a:t>5.</a:t>
            </a:r>
            <a:r>
              <a:rPr kumimoji="1" lang="ja-JP" altLang="en-US" sz="6600" b="1" dirty="0"/>
              <a:t>今後の課題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0D9900-9596-012C-52CE-35B640CE04A5}"/>
              </a:ext>
            </a:extLst>
          </p:cNvPr>
          <p:cNvSpPr txBox="1"/>
          <p:nvPr/>
        </p:nvSpPr>
        <p:spPr>
          <a:xfrm>
            <a:off x="1502000" y="715892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背景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141B2E6-7940-ABBA-23EE-9B97128E7615}"/>
              </a:ext>
            </a:extLst>
          </p:cNvPr>
          <p:cNvSpPr/>
          <p:nvPr/>
        </p:nvSpPr>
        <p:spPr>
          <a:xfrm>
            <a:off x="15137606" y="7376999"/>
            <a:ext cx="14051336" cy="618502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0F993D8-AA88-2C56-E65F-31B2AB739150}"/>
              </a:ext>
            </a:extLst>
          </p:cNvPr>
          <p:cNvSpPr txBox="1"/>
          <p:nvPr/>
        </p:nvSpPr>
        <p:spPr>
          <a:xfrm>
            <a:off x="14832106" y="36912541"/>
            <a:ext cx="146387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/>
              <a:t>・一部ソースの文字コードを統一し、表示崩れを解消する</a:t>
            </a:r>
          </a:p>
          <a:p>
            <a:r>
              <a:rPr lang="ja-JP" altLang="en-US" sz="3600" dirty="0"/>
              <a:t>・現在メモリ上の</a:t>
            </a:r>
            <a:r>
              <a:rPr lang="en-US" altLang="ja-JP" sz="3600" dirty="0"/>
              <a:t>Map</a:t>
            </a:r>
            <a:r>
              <a:rPr lang="ja-JP" altLang="en-US" sz="3600" dirty="0"/>
              <a:t>で管理しているルーム情報を永続化する</a:t>
            </a:r>
          </a:p>
          <a:p>
            <a:r>
              <a:rPr lang="ja-JP" altLang="en-US" sz="3600" dirty="0"/>
              <a:t>・宿泊施設の提案、予約</a:t>
            </a:r>
          </a:p>
          <a:p>
            <a:r>
              <a:rPr lang="ja-JP" altLang="en-US" sz="3600" dirty="0"/>
              <a:t>・グループモードのルームはサーバー上で保存されているため、サーバーを再起動すると消えてしまう。保存できるように永久ストレージへの変更を行う。</a:t>
            </a:r>
          </a:p>
          <a:p>
            <a:r>
              <a:rPr lang="ja-JP" altLang="en-US" sz="3600" dirty="0"/>
              <a:t>・単一エージェントからマルチエージェントにする</a:t>
            </a:r>
          </a:p>
        </p:txBody>
      </p:sp>
    </p:spTree>
    <p:extLst>
      <p:ext uri="{BB962C8B-B14F-4D97-AF65-F5344CB8AC3E}">
        <p14:creationId xmlns:p14="http://schemas.microsoft.com/office/powerpoint/2010/main" val="383025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8dc541-09c6-481d-a03e-9a12c9c561e3" xsi:nil="true"/>
    <lcf76f155ced4ddcb4097134ff3c332f xmlns="27dea4a7-0d3c-4415-b80e-60e639ebee3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DCB05CB57FC2419EE4795313D7C361" ma:contentTypeVersion="13" ma:contentTypeDescription="Create a new document." ma:contentTypeScope="" ma:versionID="00ef67309deb6dce59ded07465492e2a">
  <xsd:schema xmlns:xsd="http://www.w3.org/2001/XMLSchema" xmlns:xs="http://www.w3.org/2001/XMLSchema" xmlns:p="http://schemas.microsoft.com/office/2006/metadata/properties" xmlns:ns2="27dea4a7-0d3c-4415-b80e-60e639ebee30" xmlns:ns3="3c8dc541-09c6-481d-a03e-9a12c9c561e3" targetNamespace="http://schemas.microsoft.com/office/2006/metadata/properties" ma:root="true" ma:fieldsID="d000b1ff4c84e58de0b4d4b18eb08def" ns2:_="" ns3:_="">
    <xsd:import namespace="27dea4a7-0d3c-4415-b80e-60e639ebee30"/>
    <xsd:import namespace="3c8dc541-09c6-481d-a03e-9a12c9c561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dea4a7-0d3c-4415-b80e-60e639ebee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06697e1-bf83-44d3-8431-b92e58a8cc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8dc541-09c6-481d-a03e-9a12c9c561e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418f9bb-6edb-43bb-86c4-5cbd6274a09d}" ma:internalName="TaxCatchAll" ma:showField="CatchAllData" ma:web="3c8dc541-09c6-481d-a03e-9a12c9c56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72D920-FADB-42C5-81E7-FCD5F8C6EA91}">
  <ds:schemaRefs>
    <ds:schemaRef ds:uri="http://schemas.microsoft.com/office/2006/metadata/properties"/>
    <ds:schemaRef ds:uri="http://schemas.microsoft.com/office/infopath/2007/PartnerControls"/>
    <ds:schemaRef ds:uri="3c8dc541-09c6-481d-a03e-9a12c9c561e3"/>
    <ds:schemaRef ds:uri="27dea4a7-0d3c-4415-b80e-60e639ebee30"/>
  </ds:schemaRefs>
</ds:datastoreItem>
</file>

<file path=customXml/itemProps2.xml><?xml version="1.0" encoding="utf-8"?>
<ds:datastoreItem xmlns:ds="http://schemas.openxmlformats.org/officeDocument/2006/customXml" ds:itemID="{4B1BE18B-D082-4522-A5A1-841FE5030D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3DC0CB-0F00-4AC5-AE7B-2BE4A75E2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dea4a7-0d3c-4415-b80e-60e639ebee30"/>
    <ds:schemaRef ds:uri="3c8dc541-09c6-481d-a03e-9a12c9c561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3663</TotalTime>
  <Words>118</Words>
  <Application>Microsoft Office PowerPoint</Application>
  <PresentationFormat>ユーザー設定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ゴシック</vt:lpstr>
      <vt:lpstr>Aptos</vt:lpstr>
      <vt:lpstr>Aptos Display</vt:lpstr>
      <vt:lpstr>Arial</vt:lpstr>
      <vt:lpstr>Office テーマ</vt:lpstr>
      <vt:lpstr>AIエージェントを用いたプラン生成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2CJE2122</dc:creator>
  <cp:lastModifiedBy>沙綺 篠原</cp:lastModifiedBy>
  <cp:revision>24</cp:revision>
  <cp:lastPrinted>2025-09-01T06:06:27Z</cp:lastPrinted>
  <dcterms:created xsi:type="dcterms:W3CDTF">2025-08-26T23:41:05Z</dcterms:created>
  <dcterms:modified xsi:type="dcterms:W3CDTF">2026-07-30T07:20:05Z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0x0101001DDCB05CB57FC2419EE4795313D7C361</vt:lpwstr>
  </property>
</Properties>
</file>